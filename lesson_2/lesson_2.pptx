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 Mon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Mono-boldItalic.fntdata"/><Relationship Id="rId10" Type="http://schemas.openxmlformats.org/officeDocument/2006/relationships/font" Target="fonts/RobotoMono-italic.fntdata"/><Relationship Id="rId9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Mon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ab19906f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ab19906f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94450" y="139200"/>
            <a:ext cx="8555100" cy="332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89"/>
              <a:t>Операторы, инкремент/декремент и константы в C++</a:t>
            </a:r>
            <a:endParaRPr sz="3589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717125" y="3534850"/>
            <a:ext cx="3153900" cy="11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lesson_2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Операторы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Оператор — символ, который говорит компилятору что сделать с данными.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Их можно разбить по группам: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Арифметические</a:t>
            </a:r>
            <a:r>
              <a:rPr lang="ru">
                <a:solidFill>
                  <a:schemeClr val="dk1"/>
                </a:solidFill>
              </a:rPr>
              <a:t> -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%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Операторы сравнения</a:t>
            </a:r>
            <a:r>
              <a:rPr lang="ru">
                <a:solidFill>
                  <a:schemeClr val="dk1"/>
                </a:solidFill>
              </a:rPr>
              <a:t> -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!=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&lt;=</a:t>
            </a:r>
            <a:r>
              <a:rPr lang="ru">
                <a:solidFill>
                  <a:schemeClr val="dk1"/>
                </a:solidFill>
              </a:rPr>
              <a:t>. Не путать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>
                <a:solidFill>
                  <a:schemeClr val="dk1"/>
                </a:solidFill>
              </a:rPr>
              <a:t> и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Операторы логики</a:t>
            </a:r>
            <a:r>
              <a:rPr lang="ru">
                <a:solidFill>
                  <a:schemeClr val="dk1"/>
                </a:solidFill>
              </a:rPr>
              <a:t> -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&amp;&amp;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||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!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Побитовые</a:t>
            </a:r>
            <a:r>
              <a:rPr lang="ru">
                <a:solidFill>
                  <a:schemeClr val="dk1"/>
                </a:solidFill>
              </a:rPr>
              <a:t> операторы -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|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^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~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&lt;&lt;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&gt;&gt;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Сокращённые операторы</a:t>
            </a:r>
            <a:r>
              <a:rPr lang="ru">
                <a:solidFill>
                  <a:schemeClr val="dk1"/>
                </a:solidFill>
              </a:rPr>
              <a:t> -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+=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-=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*=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/=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%=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Инкремент/декремент</a:t>
            </a:r>
            <a:r>
              <a:rPr lang="ru">
                <a:solidFill>
                  <a:schemeClr val="dk1"/>
                </a:solidFill>
              </a:rPr>
              <a:t> -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++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--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